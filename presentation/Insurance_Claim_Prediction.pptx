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A41"/>
                </a:solidFill>
                <a:latin typeface="Arial"/>
              </a:defRPr>
            </a:pPr>
            <a:r>
              <a:rPr sz="1300" b="0" i="0" u="none" strike="noStrike">
                <a:solidFill>
                  <a:srgbClr val="1B2A41"/>
                </a:solidFill>
                <a:latin typeface="Arial"/>
              </a:rPr>
              <a:t>Average charges by smoker status and claim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charges</c:v>
                </c:pt>
              </c:strCache>
            </c:strRef>
          </c:tx>
          <c:spPr>
            <a:solidFill>
              <a:srgbClr val="0F8B8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B344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Non-smoker, no claim</c:v>
                  </c:pt>
                  <c:pt idx="1">
                    <c:v>Non-smoker, claim</c:v>
                  </c:pt>
                  <c:pt idx="2">
                    <c:v>Smoker, no claim</c:v>
                  </c:pt>
                  <c:pt idx="3">
                    <c:v>Smoker, claim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8311</c:v>
                </c:pt>
                <c:pt idx="1">
                  <c:v>8557</c:v>
                </c:pt>
                <c:pt idx="2">
                  <c:v>19644</c:v>
                </c:pt>
                <c:pt idx="3">
                  <c:v>33296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B34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B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Claim Prediction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4231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FD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Analytics Capstone: HDFS, Hive and PySpark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40080" y="3108960"/>
            <a:ext cx="1097280" cy="54864"/>
          </a:xfrm>
          <a:prstGeom prst="rect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problem and objective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Insurers need to identify high-risk policyholders who are likely to file claims.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predict whether a claim will be filed, using demographic, health and financial attributes (age, BMI, smoking status, medical charges).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Approach: a distributed machine learning pipeline built on the Hadoop and Spark ecosystem, run in a Docker Compose stack with Jupyter.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Medical Cost Personal (Kaggle)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828800" cy="109728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1430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(~40.7 KB)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560320" y="1097280"/>
            <a:ext cx="1828800" cy="109728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1430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0" y="1097280"/>
            <a:ext cx="1828800" cy="109728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11430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58.5%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filed (783)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83680" y="1097280"/>
            <a:ext cx="1828800" cy="109728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0" y="11430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20.5%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smokers (274)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2468880"/>
            <a:ext cx="8046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age, bmi, children: numeric attributes of the beneficiary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 (0 Female, 1 Male), smoker (0 No, 1 Yes), region (coded 0 to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charges: individual medical costs billed (mean ~13,270)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claim: target variable (0 = No, 1 = Yes)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data architecture and flow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463040" cy="822960"/>
          </a:xfrm>
          <a:prstGeom prst="roundRect">
            <a:avLst>
              <a:gd name="adj" fmla="val 11111"/>
            </a:avLst>
          </a:prstGeom>
          <a:solidFill>
            <a:srgbClr val="1B2A4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8872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data source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920240" y="1325880"/>
            <a:ext cx="237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157984" y="1188720"/>
            <a:ext cx="1463040" cy="822960"/>
          </a:xfrm>
          <a:prstGeom prst="roundRect">
            <a:avLst>
              <a:gd name="adj" fmla="val 11111"/>
            </a:avLst>
          </a:prstGeom>
          <a:solidFill>
            <a:srgbClr val="0F8B8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57984" y="118872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HDFS storage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621024" y="1325880"/>
            <a:ext cx="237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858768" y="1188720"/>
            <a:ext cx="1463040" cy="822960"/>
          </a:xfrm>
          <a:prstGeom prst="roundRect">
            <a:avLst>
              <a:gd name="adj" fmla="val 11111"/>
            </a:avLst>
          </a:prstGeom>
          <a:solidFill>
            <a:srgbClr val="1B2A4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58768" y="118872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Hive SQL modeling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321808" y="1325880"/>
            <a:ext cx="237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559552" y="1188720"/>
            <a:ext cx="1463040" cy="822960"/>
          </a:xfrm>
          <a:prstGeom prst="roundRect">
            <a:avLst>
              <a:gd name="adj" fmla="val 11111"/>
            </a:avLst>
          </a:prstGeom>
          <a:solidFill>
            <a:srgbClr val="0F8B8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559552" y="118872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PySpark ML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022592" y="1325880"/>
            <a:ext cx="237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260336" y="1188720"/>
            <a:ext cx="1463040" cy="822960"/>
          </a:xfrm>
          <a:prstGeom prst="roundRect">
            <a:avLst>
              <a:gd name="adj" fmla="val 11111"/>
            </a:avLst>
          </a:prstGeom>
          <a:solidFill>
            <a:srgbClr val="1B2A4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260336" y="118872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and visuals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23774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steps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2743200"/>
            <a:ext cx="80467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Docker Compose stack (Jupyter, Hadoop, Spark).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cp Insurance.csv into the namenode container.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hdfs dfs -mkdir -p /insurance/data, then hdfs dfs -put -f the file there.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Hive layer: SQL modeling on HDFS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insurance_db with an external table insurance_claims.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mirrors the CSV: age, sex, bmi, children, smoker, region, charges, claim.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Comma-delimited TEXTFILE at /insurance/data; header row skipped via skip.header.line.count.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check: SELECT * ... LIMIT 5.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Analytical query: record count and average charges grouped by smoker and claim.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Insight: smokers file costlier claims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005840"/>
          <a:ext cx="5120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760720" y="1188720"/>
            <a:ext cx="30175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the Hive group-by query, recomputed here from the CSV.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249 of 274 smokers (91%) filed claims, versus 534 of 1,064 non-smokers (50%).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Smoker claimants average ~33.3K, about 4x non-smoker claimants.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PySpark ML pipeline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3931920" cy="10058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371600"/>
            <a:ext cx="457200" cy="457200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0972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Insurance.csv from hdfs://namenode:9000 with header and inferred schema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3931920" cy="10058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00600" y="1371600"/>
            <a:ext cx="457200" cy="457200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0972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VectorAssembler on 7 features: age, sex, bmi, children, smoker, region, charges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240280"/>
            <a:ext cx="3931920" cy="10058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2514600"/>
            <a:ext cx="457200" cy="457200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22402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80/20 train-test split, seed 42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63440" y="2240280"/>
            <a:ext cx="3931920" cy="10058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00600" y="2514600"/>
            <a:ext cx="457200" cy="457200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0060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394960" y="22402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Regression, maxIter = 10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3383280"/>
            <a:ext cx="3931920" cy="10058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3657600"/>
            <a:ext cx="457200" cy="457200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33832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AUC (areaUnderROC); feature coefficients shown via pandas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663440" y="3383280"/>
            <a:ext cx="3931920" cy="1005840"/>
          </a:xfrm>
          <a:prstGeom prst="rect">
            <a:avLst/>
          </a:prstGeom>
          <a:solidFill>
            <a:srgbClr val="F4F7FA"/>
          </a:solidFill>
          <a:ln w="12700">
            <a:solidFill>
              <a:srgbClr val="F4F7F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00600" y="3657600"/>
            <a:ext cx="457200" cy="457200"/>
          </a:xfrm>
          <a:prstGeom prst="ellipse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0060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394960" y="33832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claim, probability, prediction to Parquet in /insurance/results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 and next steps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distributed pipeline: CSV to HDFS to Hive to PySpark to Parquet results.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Smoking status is the clearest risk signal in the data, linked to both claim rate and cost.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for leakage: charges is used as a feature, and may be a consequence of a claim rather than a predictor.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the baseline: scale features, one-hot encode region, try tree-based models and cross-validation.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2B34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the test AUC and coefficients after running the script in the cluster.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Insurance Claim Prediction</dc:title>
  <dc:subject>PptxGenJS Presentation</dc:subject>
  <dc:creator>PptxGenJS</dc:creator>
  <cp:lastModifiedBy>PptxGenJS</cp:lastModifiedBy>
  <cp:revision>1</cp:revision>
  <dcterms:created xsi:type="dcterms:W3CDTF">2026-10-06T14:50:34Z</dcterms:created>
  <dcterms:modified xsi:type="dcterms:W3CDTF">2026-10-06T14:50:34Z</dcterms:modified>
</cp:coreProperties>
</file>