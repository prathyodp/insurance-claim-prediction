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Arial"/>
              </a:rPr>
              <a:t>Average charges by smoker status and claim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charges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4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Non-smoker, no claim</c:v>
                  </c:pt>
                  <c:pt idx="1">
                    <c:v>Non-smoker, claim</c:v>
                  </c:pt>
                  <c:pt idx="2">
                    <c:v>Smoker, no claim</c:v>
                  </c:pt>
                  <c:pt idx="3">
                    <c:v>Smoker, claim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8311</c:v>
                </c:pt>
                <c:pt idx="1">
                  <c:v>8557</c:v>
                </c:pt>
                <c:pt idx="2">
                  <c:v>19644</c:v>
                </c:pt>
                <c:pt idx="3">
                  <c:v>33296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34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Arial"/>
              </a:rPr>
              <a:t>Correlation with claim (Pearson)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claim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4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children</c:v>
                  </c:pt>
                  <c:pt idx="1">
                    <c:v>bmi</c:v>
                  </c:pt>
                  <c:pt idx="2">
                    <c:v>smoker</c:v>
                  </c:pt>
                  <c:pt idx="3">
                    <c:v>charges</c:v>
                  </c:pt>
                  <c:pt idx="4">
                    <c:v>age</c:v>
                  </c:pt>
                  <c:pt idx="5">
                    <c:v>sex</c:v>
                  </c:pt>
                  <c:pt idx="6">
                    <c:v>region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-0.41</c:v>
                </c:pt>
                <c:pt idx="1">
                  <c:v>0.38</c:v>
                </c:pt>
                <c:pt idx="2">
                  <c:v>0.33</c:v>
                </c:pt>
                <c:pt idx="3">
                  <c:v>0.31</c:v>
                </c:pt>
                <c:pt idx="4">
                  <c:v>0.11</c:v>
                </c:pt>
                <c:pt idx="5">
                  <c:v>0.03</c:v>
                </c:pt>
                <c:pt idx="6">
                  <c:v>0.02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B34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 Prediction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Capstone: HDFS, Hive and PySpark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1097280" cy="5486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and objective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need to identify high-risk policyholders who are likely to file claims.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whether a claim will be filed, using demographic, health and financial attributes (age, BMI, smoking status, medical charges).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a distributed machine learning pipeline built on the Hadoop and Spark ecosystem, run in a Docker Compose stack with Jupyter.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Medical Cost Personal (Kaggle)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(~40.7 KB)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82880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filed (783)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097280"/>
            <a:ext cx="182880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(274)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4688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bmi, children: numeric attributes of the beneficiary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(0 Female, 1 Male), smoker (0 No, 1 Yes), region (coded 0 to 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charges: individual medical costs billed (mean ~13,270)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target variable (0 = No, 1 = Yes)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architecture and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B2A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source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3258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57984" y="11887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57984" y="1188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storage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21024" y="13258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58768" y="11887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B2A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58768" y="1188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SQL modeling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3258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559552" y="11887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59552" y="1188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ML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13258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60336" y="11887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B2A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0336" y="1188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visuals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steps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7432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Docker Compose stack (Jupyter, Hadoop, Spark).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cp Insurance.csv into the namenode container.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dfs -mkdir -p /insurance/data, then hdfs dfs -put -f the file there.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layer: SQL modeling on HDFS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insurance_db with an external table insurance_claims.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mirrors the CSV: age, sex, bmi, children, smoker, region, charges, claim.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Comma-delimited TEXTFILE at /insurance/data; header row skipped via skip.header.line.count.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check: SELECT * ... LIMIT 5.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query: record count and average charges grouped by smoker and claim.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smokers file costlier claims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760720" y="118872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the Hive group-by query, recomputed here from the CSV.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 of 274 smokers (91%) filed claims, versus 534 of 1,064 non-smokers (50%).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 claimants average ~33.3K, about 4x non-smoker claimants.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relate to claims?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760720" y="118872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children, bmi, smoker and charges show the strongest links to claim.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dependents goes with fewer claims (-0.41).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and region are close to zero, so they add little signal on their own.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simple linear correlations, a first look before the model coefficients.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ML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097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Insurance.csv from hdfs://namenode:9000 with header and inferred schema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097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 on 7 features: age, sex, bmi, children, smoker, region, charges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393192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51460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split, seed 42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393192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51460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maxIter = 10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393192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(areaUnderROC); feature coefficients shown via pandas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393192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65760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claim, probability, prediction to Parquet in /insurance/results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 and run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Insurance.csv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097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dataset, ingested to HDFS at /insurance/data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80467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hive_queries.sql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1874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insurance_db, external table and the smoker/claim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0467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insurance_model.py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651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logistic regression, AUC, coefficients, Parquet output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29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429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problem, dataset, architecture and setup steps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order: start Docker stack &gt; upload CSV to HDFS &gt; create Hive table &gt; run PySpark script &gt; read results from /insurance/results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distributed pipeline: CSV to HDFS to Hive to PySpark to Parquet results.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status is the clearest risk signal in the data, linked to both claim rate and cost.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leakage: charges is used as a feature, and may be a consequence of a claim rather than a predictor.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baseline: scale features, one-hot encode region, try tree-based models and cross-validation.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test AUC and coefficients after running the script in the cluster.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Claim Prediction</dc:title>
  <dc:subject>PptxGenJS Presentation</dc:subject>
  <dc:creator>PptxGenJS</dc:creator>
  <cp:lastModifiedBy>PptxGenJS</cp:lastModifiedBy>
  <cp:revision>1</cp:revision>
  <dcterms:created xsi:type="dcterms:W3CDTF">2026-10-06T16:57:05Z</dcterms:created>
  <dcterms:modified xsi:type="dcterms:W3CDTF">2026-10-06T16:57:05Z</dcterms:modified>
</cp:coreProperties>
</file>